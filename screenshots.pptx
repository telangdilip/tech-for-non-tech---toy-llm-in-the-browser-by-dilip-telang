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34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77D0B-1E9C-F166-02C8-CD02890858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9564F6-DB1E-906A-C7ED-B91627271D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80AC0-06AB-8791-A153-B92320DC6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85B5-F78B-4DB0-AD27-4B3D93E7A9C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FCC08-5954-530A-0B8F-C1D989A1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86290-E32B-B7AC-ECF0-93361E93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5B4A-9100-479E-99B6-1E1A8E4BD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30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839D5-E8FD-234E-5325-2176B6FAF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8D5E0-C238-164D-71CC-5D80D3A80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C66DB-2E13-D4C1-D517-07AE3DD8B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85B5-F78B-4DB0-AD27-4B3D93E7A9C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C4917-E55A-F591-A6D3-9C5A6D7E9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622F3-D823-280B-E249-068D8B3E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5B4A-9100-479E-99B6-1E1A8E4BD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079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23C9-A66B-0C7F-6E61-24844CA1F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2FED5-56F6-358B-6716-6A927EE82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834F8-D121-4411-E494-317D5B4D5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85B5-F78B-4DB0-AD27-4B3D93E7A9C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00593-10E0-3BFA-103E-F6627F151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25580-9BEF-2620-6567-DB46D486D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5B4A-9100-479E-99B6-1E1A8E4BD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264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5D670-BEFF-BCA5-AB22-DA3F9AF8F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EC269-8DCA-9236-14A6-3640748F4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326DC-BFEB-86CE-823F-0E71D0EF9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A9522-0E80-1270-68C1-D661E2225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85B5-F78B-4DB0-AD27-4B3D93E7A9C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5DE8A-15D9-F77A-907E-ABD731F7D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AC28A-521F-0060-BB7D-7442EB39C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5B4A-9100-479E-99B6-1E1A8E4BD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646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ED1AB-5266-3439-FB04-26FBFA780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F3922-094F-E442-18A8-D3A131040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3CC1FE-8033-B8BB-D3AC-46C313ABD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464791-501E-A8D2-E4CA-11A6AD235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4EAB8D-DE5E-AA41-5BB2-A0584A7ED6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E208EB-FC22-0A83-EBC9-604BAF82C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85B5-F78B-4DB0-AD27-4B3D93E7A9C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045E1E-7600-6F9B-18DD-369EF24D8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2C8999-902D-1BF3-C9A7-D3F190FBC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5B4A-9100-479E-99B6-1E1A8E4BD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310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4B65B-EC9B-5E52-7C75-533273251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A20DD-1A7B-6150-655C-901F03D12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85B5-F78B-4DB0-AD27-4B3D93E7A9C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688AF3-5B43-6239-84B1-030F62A57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52064D-0AAD-EF5C-FF77-24DFD1E4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5B4A-9100-479E-99B6-1E1A8E4BD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298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957C97-B3AA-770B-E280-09261272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85B5-F78B-4DB0-AD27-4B3D93E7A9C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6BA1F5-9053-B249-8DA5-D8192B172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B8163-F4E3-0C27-D490-5E14755FE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5B4A-9100-479E-99B6-1E1A8E4BD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035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7F7B6-7440-BA9C-DC7A-7B99BE6D8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51050-7DDF-3F78-5F0B-F718BDDDC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C6E74-9580-4D0E-3C34-9DA301601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1E356-8DED-3D40-26B2-B542D139E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85B5-F78B-4DB0-AD27-4B3D93E7A9C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B6467-2D82-8B62-D901-87F178A4B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291BB-A6EF-C7F5-853F-DC878A14A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5B4A-9100-479E-99B6-1E1A8E4BD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97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8C460-34E5-2663-0EC3-E08DAE1E1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3FBF34-95AF-2D56-7AEB-7A9DBF53C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C2CEA-C1CC-76D2-7B64-977D1C4CD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82752-914E-EA62-C032-7F445FA08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85B5-F78B-4DB0-AD27-4B3D93E7A9C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19AA4-0783-80F7-605B-496AE8893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88D69-6278-7216-3B1A-19CCACD9F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5B4A-9100-479E-99B6-1E1A8E4BD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81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CA9A-8804-8D59-6A65-22FAD2FDD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8B6250-70D0-FAC6-5225-F9748BF5A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F525D-5E5F-8A6C-609A-D8E3F8B5B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85B5-F78B-4DB0-AD27-4B3D93E7A9C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65083-F5EB-C020-C889-5ACAFC960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DB113-EA08-5B4F-5BDB-21CF9D15D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5B4A-9100-479E-99B6-1E1A8E4BD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898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6C8285-1AF6-C37D-D06A-88F7CFC8D2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3650B-258E-6629-EED5-1068946DE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D4E6F-88A6-6DBD-1F1D-543C3F296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85B5-F78B-4DB0-AD27-4B3D93E7A9C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B2968-3220-ABAD-25F5-408CAD98F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D67A3-EA4A-1C77-A2BE-C1AA853D5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5B4A-9100-479E-99B6-1E1A8E4BD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260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3BFC7B-7387-8DC7-B125-4F0A11A0B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9EEE7-11BE-322F-1EE1-556514A8E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13843-7AFC-7CD4-F403-A93BD9AAC1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7C85B5-F78B-4DB0-AD27-4B3D93E7A9C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0AAF6-11C6-3798-F93E-EE8CB2DE6F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1F830-CEA1-6D5E-A21E-1876DA30A1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25B4A-9100-479E-99B6-1E1A8E4BD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865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D04012-AFF0-C355-A7A9-3FF6BDB6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52345"/>
            <a:ext cx="10905066" cy="3353308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75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EFDB25-AE62-8DAF-E1BB-7BB46F064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4C40D56-B3BC-A561-FC55-43D2CE426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34682A0-F076-FBAA-41F2-1979D47BB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180A80-28F3-17DD-92B6-6B49AE27C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E3BA34-3030-103B-99E0-3BD6F91EE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46852BA-3B90-30A2-EC3A-23D27372E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450140F-925D-2552-A7EB-8CC0645DA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45CD1A9-B6E6-EE0F-C2A1-6B95D5100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7B3A43-D863-0047-273D-6EA05C766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325" y="1201175"/>
            <a:ext cx="10603230" cy="500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20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A8CE3C-9E92-142C-D507-0E8D97AA2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F901902-0048-F463-A5C3-1E10C418E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529569-8A73-87E0-FEDD-82141286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231394-A81C-E17E-FE78-7400E373E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DD1140-86D3-CAFF-D2B3-200E051A6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C23E99C-15E4-8650-7622-BA30426F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6D3E19A-70FC-D3CE-6F6B-956D40F2D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679FA68-9D1A-0AAC-5A94-1A0A83DCD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1C45A6-E0AC-BE31-7E16-D482868E0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84" y="2080591"/>
            <a:ext cx="10611432" cy="310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949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6CF473-0A2E-82D9-5C67-781B4921F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E996B1-C8AC-4BED-D493-E0D412B76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E581C59-37F5-B82D-91D0-7B4E80CAB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F74FFB-E136-0205-7C55-A290D9950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7C0A35-CC3E-FC54-C414-C3797DE31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A1FD2F7-39CA-CF4B-9D11-6BAB6093C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97C9376E-AE77-45C2-4CB3-948E852D9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4279286-D3F2-13CA-0BFC-622E1C528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F12452-A782-B295-159D-FEA4679AD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21" y="1993596"/>
            <a:ext cx="10729971" cy="319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95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B36E6B-242E-FB20-9019-D0C707584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3F12DE8-A792-7835-9185-B00931A8E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27E890A-83E9-76A2-1456-798BDFFFA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BEBC92-539E-775E-DA2C-2ECC83650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2A0006-DD0A-32E9-9812-51180B111F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343B6B3-4D93-6D51-34D3-4C959A0C7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956A98EA-C3B6-0FDF-97B7-A78538ADC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2A3B0A27-8127-EFCD-01EB-DA5E7D02F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6B0CC5-2B0E-5AF4-8F57-BE8C999E7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80" y="1491060"/>
            <a:ext cx="10873335" cy="499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819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Rashmi Telang</dc:creator>
  <cp:lastModifiedBy>Rashmi Telang</cp:lastModifiedBy>
  <cp:revision>1</cp:revision>
  <dcterms:created xsi:type="dcterms:W3CDTF">2025-11-17T07:02:44Z</dcterms:created>
  <dcterms:modified xsi:type="dcterms:W3CDTF">2025-11-17T10:42:35Z</dcterms:modified>
</cp:coreProperties>
</file>